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85D1-87ED-7FF2-37CB-B99A0726E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2E93F-4A5C-149D-F83A-78AB50D8A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90517-5FB0-A79E-FA52-A160C845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1F5FB-3171-F4B3-F52A-9FF0B563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C9A0E-519D-9DD9-8480-E0248F73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71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0E354-B13A-49E1-8027-4E087EF1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405F-E365-A948-63D0-53A668557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992B6-2579-1B31-570D-36F8859C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FE61-DEA5-C6D3-4803-FAB61D22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0B500-FA6B-7C25-8F6F-BC841558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06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645D-570B-32B3-8365-641CD634F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5DEEF-CBB6-4B41-A283-04359E3D6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F701A-19F6-9549-67C4-E47D9F3F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3130A-17A7-32C0-50C0-FAAE578C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83648-0706-5D8F-9C80-7D1D0943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07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F921-1F09-9348-72D7-C1FE9C9B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DCB49-1A3C-B942-8C78-2E5CC744E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75569-D0A4-4FBA-3A03-E59C2FE74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A581-4F64-875D-B25E-69DFD2C3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83EF7-7BFC-F308-7861-83BF78EC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36621-2084-A2C8-F610-498A54A4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641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A66A-294F-D6BD-05DE-33C7104F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3CE51-D511-7065-62A4-664473E54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BC0BA-5894-A215-C890-D4F60278D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DDA74-7AAF-2F7E-BDAD-218FB4025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84EEA8-82E5-B387-43A8-F54215B01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B6C5EF-BD00-54B8-3249-1A491592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9CCC3-2FC8-C77C-184E-A17068090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DBA9B-BC7F-1E9C-E86C-AF91F3B8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47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C579-806F-C175-1B55-6711CF60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4ACCF-4D61-B4C8-3CCA-F7A84426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3EEB5-C63D-5519-9180-7A34DBAD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5BE6B-7FAD-4CBF-FEFE-13ECED5C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47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5A5A1-8BE1-84EB-FD0E-BDF4C409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5E698-F24A-F73C-F225-598FFA75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61BFF-BD8B-E170-68B5-B106F73A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37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59D8-852D-9892-1816-7A46D737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2EFC-FA34-16BC-D691-77A31CBB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72057-D56E-A57D-4C74-791FDD236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3D95-A858-B765-BF57-023D8EA0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D653E-DD21-54C4-74D7-1FF5E04B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F383C-D9A6-FA73-F021-6268200A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21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81AD-C05D-0242-8D8A-7BF27CF5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203EC2-1602-93EF-517C-2901042DC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89CEA-2E72-7442-A059-A280CA5FC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C45AE-A930-14AA-59C1-672FB072C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A9E89-2E61-2453-C1FD-7ABC8E94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71096-6C81-B5E3-5B5A-9AB528656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4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A759-9A7B-8C10-9AB0-E7FB3D9A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E1F24-F350-E856-2DE3-C9747C14E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F7273-585B-B35E-E3D3-FE3792AF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A0507-20A6-8ACF-37BB-FD4C508D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E0864-766F-6AF7-C7FD-38B91F32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95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D106D-9740-8D43-673B-086401B55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791B6-7FFA-9BC5-A2EC-F42D2BABD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1A32-E9E4-7DD6-8DE8-0BE5BFFA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C77FF-3657-4A0B-93DD-C9B42256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D1D23-52BE-81C2-87EB-FC22636E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09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F8109-8B9E-E662-BE5E-B96DDBD0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B5586-CB75-D941-E415-2E8FD4F8A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34D3E-C2AD-9108-3462-0B9E9052C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90BAD-C29E-4748-8A8D-914F4165DA2B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DCBCD-8986-0D72-4D0F-3B20CA09B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B60C-9DA1-415F-3C06-A6DA348FD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B30B0-1E48-4850-9AB7-6C03DB63F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7075-37DB-D086-193E-8AE2E799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E6208C-95C2-0D8A-3627-A52CFE630249}"/>
              </a:ext>
            </a:extLst>
          </p:cNvPr>
          <p:cNvSpPr txBox="1"/>
          <p:nvPr/>
        </p:nvSpPr>
        <p:spPr>
          <a:xfrm>
            <a:off x="2241066" y="216308"/>
            <a:ext cx="7709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latin typeface="+mj-lt"/>
              </a:rPr>
              <a:t>SQUARE CROSS-SECTION CAPACITOR IN FEMM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870140-42B6-4178-41E3-D24358592B91}"/>
              </a:ext>
            </a:extLst>
          </p:cNvPr>
          <p:cNvSpPr txBox="1"/>
          <p:nvPr/>
        </p:nvSpPr>
        <p:spPr>
          <a:xfrm>
            <a:off x="1172992" y="102980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F26DD-6059-36D7-F13B-5E72C2DD5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92" y="1627861"/>
            <a:ext cx="9846015" cy="467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6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5C40-0BBB-7338-CBE4-33D7672D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EF5E87-A508-24D1-C696-B8C3236C2BCA}"/>
              </a:ext>
            </a:extLst>
          </p:cNvPr>
          <p:cNvSpPr txBox="1"/>
          <p:nvPr/>
        </p:nvSpPr>
        <p:spPr>
          <a:xfrm>
            <a:off x="2241066" y="216308"/>
            <a:ext cx="7709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latin typeface="+mj-lt"/>
              </a:rPr>
              <a:t>SQUARE CROSS-SECTION CAPACITOR IN FEMM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04327-E293-3794-0F16-808CF70869D9}"/>
              </a:ext>
            </a:extLst>
          </p:cNvPr>
          <p:cNvSpPr txBox="1"/>
          <p:nvPr/>
        </p:nvSpPr>
        <p:spPr>
          <a:xfrm>
            <a:off x="1020592" y="1179024"/>
            <a:ext cx="1033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1D3BA-2F01-30F9-D6F2-E18EB5B36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92" y="1709986"/>
            <a:ext cx="10150815" cy="48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1538FE-07E4-8EEE-78B9-A9A99AA30C5E}"/>
              </a:ext>
            </a:extLst>
          </p:cNvPr>
          <p:cNvSpPr txBox="1"/>
          <p:nvPr/>
        </p:nvSpPr>
        <p:spPr>
          <a:xfrm>
            <a:off x="2949753" y="304799"/>
            <a:ext cx="6292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latin typeface="+mj-lt"/>
              </a:rPr>
              <a:t>PARALLEL PLATE CAPACITOR IN FEMM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0CEA04-069B-1C6C-7DF6-E2C16F8CD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007" y="1748260"/>
            <a:ext cx="9797985" cy="46699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01D1EB-A4CF-7704-F389-C9318E32FE75}"/>
              </a:ext>
            </a:extLst>
          </p:cNvPr>
          <p:cNvSpPr txBox="1"/>
          <p:nvPr/>
        </p:nvSpPr>
        <p:spPr>
          <a:xfrm>
            <a:off x="1197007" y="1134251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MODEL:</a:t>
            </a:r>
          </a:p>
        </p:txBody>
      </p:sp>
    </p:spTree>
    <p:extLst>
      <p:ext uri="{BB962C8B-B14F-4D97-AF65-F5344CB8AC3E}">
        <p14:creationId xmlns:p14="http://schemas.microsoft.com/office/powerpoint/2010/main" val="158742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BE33-E9CE-55F1-B748-8A938B26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7CBD1C-7626-42DA-D59A-18804CD8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73" y="1868777"/>
            <a:ext cx="9607479" cy="4594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59085E-A8C8-C632-AB6C-5FB39461176B}"/>
              </a:ext>
            </a:extLst>
          </p:cNvPr>
          <p:cNvSpPr txBox="1"/>
          <p:nvPr/>
        </p:nvSpPr>
        <p:spPr>
          <a:xfrm>
            <a:off x="2949753" y="304799"/>
            <a:ext cx="6292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latin typeface="+mj-lt"/>
              </a:rPr>
              <a:t>PARALLEL PLATE CAPACITOR IN FEMM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022F7-DDA0-9BBA-3121-2A2B0BEA0B20}"/>
              </a:ext>
            </a:extLst>
          </p:cNvPr>
          <p:cNvSpPr txBox="1"/>
          <p:nvPr/>
        </p:nvSpPr>
        <p:spPr>
          <a:xfrm>
            <a:off x="1198173" y="1288026"/>
            <a:ext cx="1033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RESULTS:</a:t>
            </a:r>
          </a:p>
        </p:txBody>
      </p:sp>
    </p:spTree>
    <p:extLst>
      <p:ext uri="{BB962C8B-B14F-4D97-AF65-F5344CB8AC3E}">
        <p14:creationId xmlns:p14="http://schemas.microsoft.com/office/powerpoint/2010/main" val="3932712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Siddhant Deore</dc:creator>
  <cp:lastModifiedBy>Siddhant Deore</cp:lastModifiedBy>
  <cp:revision>13</cp:revision>
  <dcterms:created xsi:type="dcterms:W3CDTF">2025-08-29T08:16:03Z</dcterms:created>
  <dcterms:modified xsi:type="dcterms:W3CDTF">2025-08-29T08:20:06Z</dcterms:modified>
</cp:coreProperties>
</file>