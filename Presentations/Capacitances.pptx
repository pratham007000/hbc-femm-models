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7BD1-1216-DE24-1BAE-101F7E89C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30902-5E70-4D22-5C99-09EE3A1DF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2006E-2F53-99AD-F259-EBEDED25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F834C-D5BA-821A-2E13-4BC0FEEB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4E9F3-5D26-418E-629E-E8124456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54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ECEC-D7A6-A54C-9525-9F35A7F9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9F880-033A-0D0D-8E79-D9D9926E6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7DEC0-8165-63DF-BFCF-10308DCA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F0BD6-F6D8-615B-D0F7-CF6F8D6B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EAE6-B660-68A8-A56A-18C42724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1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52CD-3AF7-54E1-CD37-E37CFE665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C5241-DAFE-31BF-8041-79634B2A7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E950D-3732-164C-0510-AAEB47F94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0D5C6-6D17-EBD0-98C1-84CBDFD5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C6DF1-9300-1117-D3CE-0C0491F6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112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E4F1-2C17-0F9B-E60E-743669C0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6FFEF-33D7-FBBA-9601-242C69F5C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CE180-1B0E-2809-B7FA-C17970662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3B067-8AA8-270E-BFE5-6D2172FB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E3680-B809-4BD0-5BD2-073F0D43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55C47-83FC-7E1C-4D38-98CBC6E51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8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7D962-46FB-B195-AC8B-359F4AB6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26F75-8C71-2700-5168-215660475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1AD73-EDCE-50B0-6E44-8EBC5FE19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E9586-2D4D-19E5-4262-203C9FEC5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1EFD5-429E-53CA-2AC4-1D221CB4F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80B5AC-4043-10C5-1511-6A42F0328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CE832-0D3C-04D0-7FF9-5158E03C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F3992-BEC0-0C02-A0DD-A6BEFE16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7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5B5E-395E-4C7E-2601-88C1B3738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3A39E-8091-2A15-8BA3-994609DE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9BAA7-A7A3-D580-D178-64CF4AD5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4B26C-B162-324A-D697-8225F465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0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62F42A-C37F-0C60-AAD0-544A626D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DF23A9-E6EE-34BB-B6AA-E3C809FA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059DC-9923-A0AF-3E80-301E31C9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55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375D-9713-8DF2-B177-9B7D35D0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5241A-A809-8B51-0598-B997E8189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A5688-2669-C335-7CB7-AF7D2AE50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CCB8A-EAB3-8189-800C-375F61FB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B2DFE-B908-9D51-7361-38AD1611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EDDDE-3A59-B332-A2DE-8095562E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353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BE4A-CD50-C998-7124-1DBA3747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CCD9E-3B13-CAAD-B2DE-FBE6D2731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DEE89-3EE1-9778-0A46-EFC25F579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28CCF-86C1-4AFA-6180-276534A7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A9106-AD10-D930-48D6-E8BBA025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3F11F-A10F-17C4-8DDD-8792BECF1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96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9B2E-3858-287D-D68B-C3934F890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1D4A45-E299-CC84-3B0B-2C6142029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86D6F-6455-3CA7-82CB-55DAA62AA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F5CFB-CE77-B1D8-A231-91546ACD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2F19E-B266-35C8-BA11-668BD2DE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69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70B59-7FDD-F164-C486-2AB2B840A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7CC84-BDB7-438C-9CA9-B96E20180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DDA07-46ED-E22B-FDCD-0FD587983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06FB7-4141-A404-E74E-E7A468F5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20846-0DC5-907A-DF44-E9EFD851C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387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1B11B-6E95-E055-7B85-B14E0943D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DF928-E7F7-1FDE-D7C0-D14B43B2F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0EC33-A506-2E28-1C16-09D5474D5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DB4AE-4B2F-4761-9B4C-1AFBAB726B2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3ED49-BF9D-302B-9E47-F331DD778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D271A-D566-7057-0C96-E3A250DD95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EEBE1-A125-431F-BF3B-16874438C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57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4F65-E7F8-05C4-F46B-7EE82AA6E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>
            <a:normAutofit/>
          </a:bodyPr>
          <a:lstStyle/>
          <a:p>
            <a:r>
              <a:rPr lang="en-IN" sz="7200" b="1" u="sng" dirty="0">
                <a:latin typeface="+mn-lt"/>
              </a:rPr>
              <a:t>HUMAN BODY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4F644-0DF0-D4B9-7B22-DC72E02E3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8013"/>
            <a:ext cx="9144000" cy="1655762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SIDDHANT DEORE, IMT2023539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PRATHAM SHETTY, IMT2023534</a:t>
            </a:r>
          </a:p>
        </p:txBody>
      </p:sp>
    </p:spTree>
    <p:extLst>
      <p:ext uri="{BB962C8B-B14F-4D97-AF65-F5344CB8AC3E}">
        <p14:creationId xmlns:p14="http://schemas.microsoft.com/office/powerpoint/2010/main" val="1441881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2C3BD6-5B33-958F-B9C7-DF511B7B9103}"/>
              </a:ext>
            </a:extLst>
          </p:cNvPr>
          <p:cNvSpPr txBox="1"/>
          <p:nvPr/>
        </p:nvSpPr>
        <p:spPr>
          <a:xfrm>
            <a:off x="5080819" y="304800"/>
            <a:ext cx="203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CONFIGURATION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C4BFF-5C4B-8B21-852B-1EB148FCDDAA}"/>
              </a:ext>
            </a:extLst>
          </p:cNvPr>
          <p:cNvSpPr txBox="1"/>
          <p:nvPr/>
        </p:nvSpPr>
        <p:spPr>
          <a:xfrm>
            <a:off x="540774" y="835742"/>
            <a:ext cx="1026487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CF:</a:t>
            </a:r>
            <a:br>
              <a:rPr lang="en-IN" dirty="0"/>
            </a:br>
            <a:r>
              <a:rPr lang="en-IN" dirty="0" err="1"/>
              <a:t>eTx</a:t>
            </a:r>
            <a:r>
              <a:rPr lang="en-IN" dirty="0"/>
              <a:t>-signal:</a:t>
            </a:r>
            <a:br>
              <a:rPr lang="en-IN" dirty="0"/>
            </a:br>
            <a:r>
              <a:rPr lang="fr-FR" dirty="0"/>
              <a:t>Voltage = 5 Volts</a:t>
            </a:r>
          </a:p>
          <a:p>
            <a:r>
              <a:rPr lang="fr-FR" dirty="0"/>
              <a:t>Charge = 3.25461e-010 Coulombs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eRx</a:t>
            </a:r>
            <a:r>
              <a:rPr lang="fr-FR" dirty="0"/>
              <a:t>-signal:</a:t>
            </a:r>
            <a:br>
              <a:rPr lang="fr-FR" dirty="0"/>
            </a:br>
            <a:r>
              <a:rPr lang="fr-FR" dirty="0"/>
              <a:t>Voltage = 2.05311 Volts</a:t>
            </a:r>
          </a:p>
          <a:p>
            <a:r>
              <a:rPr lang="fr-FR" dirty="0"/>
              <a:t>Charge = 0 Coulombs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Capacitance(C) = 110pF</a:t>
            </a:r>
          </a:p>
          <a:p>
            <a:endParaRPr lang="fr-FR" dirty="0"/>
          </a:p>
          <a:p>
            <a:r>
              <a:rPr lang="fr-FR" dirty="0"/>
              <a:t>2. CL:</a:t>
            </a:r>
            <a:br>
              <a:rPr lang="fr-FR" dirty="0"/>
            </a:br>
            <a:r>
              <a:rPr lang="fr-FR" dirty="0" err="1"/>
              <a:t>eRx</a:t>
            </a:r>
            <a:r>
              <a:rPr lang="fr-FR" dirty="0"/>
              <a:t>-signal:</a:t>
            </a:r>
            <a:br>
              <a:rPr lang="fr-FR" dirty="0"/>
            </a:br>
            <a:r>
              <a:rPr lang="fr-FR" dirty="0"/>
              <a:t>Voltage = 2.05311 Volts</a:t>
            </a:r>
          </a:p>
          <a:p>
            <a:r>
              <a:rPr lang="fr-FR" dirty="0"/>
              <a:t>Charge = 0 Coulombs</a:t>
            </a:r>
            <a:br>
              <a:rPr lang="fr-FR" dirty="0"/>
            </a:br>
            <a:endParaRPr lang="fr-FR" dirty="0"/>
          </a:p>
          <a:p>
            <a:r>
              <a:rPr lang="fr-FR" dirty="0" err="1"/>
              <a:t>eRx-ground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Voltage = 1.86987 Volts</a:t>
            </a:r>
          </a:p>
          <a:p>
            <a:r>
              <a:rPr lang="fr-FR" dirty="0"/>
              <a:t>Charge = 0 Coulombs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Capacitance(C) =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958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85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HUMAN BODY COMMUNICATION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Siddhant Deore</dc:creator>
  <cp:lastModifiedBy>Siddhant Deore</cp:lastModifiedBy>
  <cp:revision>9</cp:revision>
  <dcterms:created xsi:type="dcterms:W3CDTF">2025-11-12T06:46:11Z</dcterms:created>
  <dcterms:modified xsi:type="dcterms:W3CDTF">2025-11-12T11:26:15Z</dcterms:modified>
</cp:coreProperties>
</file>